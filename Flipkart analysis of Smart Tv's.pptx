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70" r:id="rId14"/>
    <p:sldId id="271" r:id="rId15"/>
    <p:sldId id="272" r:id="rId16"/>
    <p:sldId id="274" r:id="rId17"/>
    <p:sldId id="281" r:id="rId18"/>
    <p:sldId id="282" r:id="rId19"/>
    <p:sldId id="283" r:id="rId20"/>
    <p:sldId id="275" r:id="rId21"/>
    <p:sldId id="276" r:id="rId22"/>
    <p:sldId id="278" r:id="rId23"/>
    <p:sldId id="279" r:id="rId24"/>
    <p:sldId id="280" r:id="rId25"/>
  </p:sldIdLst>
  <p:sldSz cx="12192000" cy="6858000"/>
  <p:notesSz cx="6858000" cy="9144000"/>
  <p:embeddedFontLst>
    <p:embeddedFont>
      <p:font typeface="Calibri" panose="020F0502020204030204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alpha val="0"/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www.flipkart.com/search?q=smart+tv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4711" y="47627"/>
            <a:ext cx="12157289" cy="68579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9" name="Google Shape;99;p1"/>
          <p:cNvSpPr txBox="1"/>
          <p:nvPr/>
        </p:nvSpPr>
        <p:spPr>
          <a:xfrm>
            <a:off x="2114627" y="3912910"/>
            <a:ext cx="724618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Smart TV Pricing and Customer Engagement on Flipkart Using Web Scraping and EDA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7861955" y="5297864"/>
            <a:ext cx="2997723" cy="121605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A.Vinay</a:t>
            </a:r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Batch-456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499" y="1366887"/>
            <a:ext cx="5709501" cy="3035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Tools Used:</a:t>
            </a:r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1)Python</a:t>
            </a:r>
            <a:endParaRPr lang="en-IN" sz="3200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IN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enium</a:t>
            </a:r>
            <a:endParaRPr lang="en-IN" sz="3200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3)Pandas</a:t>
            </a:r>
            <a:endParaRPr lang="en-IN" sz="3200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4)Matplotlib</a:t>
            </a:r>
            <a:endParaRPr lang="en-IN" sz="3200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5)Seaborn</a:t>
            </a:r>
            <a:endParaRPr lang="en-IN" sz="3200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7299" y="999241"/>
            <a:ext cx="4100660" cy="3035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070" y="1263192"/>
            <a:ext cx="5608949" cy="2875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37652"/>
            <a:ext cx="11689024" cy="9555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50450" y="1546597"/>
            <a:ext cx="10906812" cy="404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helps convert raw data into meaningful insights for decision-making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generate large amounts of product and customer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this data helps understand pricing trends and customer behavior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Smart TV data collected from the Flipkart platform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is used to collect real-world e-commerce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applied to derive business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37652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2488" y="1209034"/>
            <a:ext cx="11246176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Flipkart offers a wide range of Smart TVs with different brands, sizes, prices, and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find it difficult to identify value-for-money Smart TVs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lack clear insights into pricing trends and customer preferences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structured understanding of how TV size affects price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through ratings and reviews is not clearly linked to pricing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analysis is required to support better pricing and product decisions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37652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8472" y="2871026"/>
            <a:ext cx="11585750" cy="111594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9672" y="1477022"/>
            <a:ext cx="10952656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Smart TV product data from the Flipkart website using web scraping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scraped data for analysis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key features such as brand, screen size, price, and specifications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pricing trends across different TV sizes and brands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customer engagement using ratings and reviews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exploratory data analysis and hypothesis testing for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data-driven decision making for sellers and customers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56835" y="68827"/>
            <a:ext cx="11689024" cy="69003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&amp; Target Variable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6903" y="1063680"/>
            <a:ext cx="11689024" cy="584775"/>
          </a:xfrm>
          <a:prstGeom prst="rect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https://www.flipkart.com/search?q=smart+tv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multiple Smart TV products listed on Flipkart across different brands, screen sizes, prices, and specifications.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903" y="2019263"/>
            <a:ext cx="11689024" cy="40903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Information: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 Name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Name Used to compare Smart TVs from different manufacturers.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</a:t>
            </a: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Details: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(₹) Used to analyze pricing variations across brands and screen sizes.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Specifications: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 Size (Inches)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 (HD / Full HD / Ultra HD)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Type (LED / QLED / OLED)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TV Availability (Yes / No)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study how features influence pricing.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Metrics: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Count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Count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product popularity and customer interest.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Feature: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per Inch (₹ per inch)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cost efficiency and helps identify value-for-money TVs.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37652"/>
            <a:ext cx="8355425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8472" y="1665712"/>
            <a:ext cx="8453747" cy="41960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Extracted Smart TV data from an online e-commerce website using Python.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Used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Selenium and BeautifulSoup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libraries to scrape product details from dynamic web pages.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Collected key information such as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Product Name, Brand, Price, Size, and Reviews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Cleaned and organized the scraped data by removing unwanted characters and standardizing units.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Stored the cleaned and structured data into a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CSV file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further analysis.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final dataset was prepared for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Exploratory Data Analysis (EDA)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identify pricing patterns and value-for-money insights.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29221" y="254524"/>
            <a:ext cx="3462779" cy="2045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2219" y="65988"/>
            <a:ext cx="3394663" cy="25263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29221" y="2941163"/>
            <a:ext cx="3254307" cy="3035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102" y="2780907"/>
            <a:ext cx="3462779" cy="313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37652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8472" y="1289888"/>
            <a:ext cx="11689024" cy="4716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irrelevant text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“Add to Compare”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extra line breaks from product names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 size (in inches)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TV titles using string operations and regular expressions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price, ratings count, and reviews count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text format to numeric values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retaining non-critical nulls and removing rows with missing key attributes (price, screen size)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categorical fields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resolution, display type, and smart TV availability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and removed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product records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value-for-money metrics for further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78975" y="147486"/>
            <a:ext cx="11689024" cy="568952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Market Share Analysis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4002" y="1036948"/>
            <a:ext cx="11318101" cy="4807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Leaders: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Foxsky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(18.8%),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Blaupunkt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(8.3%), and Panasonic (7.9%) dominate the Smart TV listings on Flipkart.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Mid-Level Brands: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XIAOMI (5.8%), TCL (5.8%), PHILIPS (5.4%), and Thomson (5.0%) have a moderate market presence.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Brands: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 top three brands contribute a significant share of the total Smart TV listings, indicating strong brand dominance.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Structure: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Smart TV market on Flipkart is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competitive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 few brands offering a wide range of models across different price segments.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availability is concentrated among selected brands; however, customers should compare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price, screen size, and features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just brand popularity, to identify value-for-money Smart TVs.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price, screen size, and features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not just brand popularity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sz="1800" dirty="0"/>
              <a:t>identify value-for-money Smart TVs.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59311" y="88492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 Distribution 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9311" y="1225485"/>
            <a:ext cx="8701885" cy="5544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Smart TVs are spread across different price ranges, helping identify budget, mid-range, and premium segments.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 Size Distribution: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frequency of different screen sizes, indicating the most popular TV sizes among customers.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Count Distribution: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how customer engagement varies across products and identifies highly popular TVs.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Count Distribution: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customer feedback activity and validates product popularity trends.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Distribution: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number of Smart TVs offered by each brand, indicating market dominance and competition.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38647" y="1225485"/>
            <a:ext cx="3294042" cy="23095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8647" y="1139333"/>
            <a:ext cx="3109688" cy="266065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012025" y="3704734"/>
            <a:ext cx="3020664" cy="25358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025" y="3716454"/>
            <a:ext cx="2836310" cy="24890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51488" y="108156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Performance Relationships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1346" y="1238865"/>
            <a:ext cx="7167407" cy="51242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 Size vs Price: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strong positive relationship exists, indicating that larger screen sizes are priced significantly higher.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vs Customer Engagement: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shows a weak relationship with ratings and reviews, suggesting higher prices do not guarantee higher popularity.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vs Reviews: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strong correlation exists, confirming that reviews reliably reflect customer engagement.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vs Price: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 tend to have higher average prices, while budget brands offer competitive pricing with high engagement.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 Size vs Engagement: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Mid-range screen sizes (32”–43”) receive higher customer interaction compared to very large or premium models.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28753" y="1357460"/>
            <a:ext cx="4611759" cy="2422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8753" y="1063746"/>
            <a:ext cx="4611759" cy="46700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51488" y="108156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Performance Positioning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1488" y="1225485"/>
            <a:ext cx="11689024" cy="50904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Leaders (High Volume, Mid Pricing):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Brands like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Foxsky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Blaupunkt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Panasonic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dominate the market in terms of product listings, focusing on affordability and variety.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Value-for-Money Brands: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XIAOMI, Thomson, and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offer competitive pricing with high customer engagement, making them popular among budget-conscious buyers.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Brands like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Samsung, LG, and SONY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higher average prices and fewer listings, positioning themselves as premium quality brands.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/ Niche Brands: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brands focus on limited product ranges or specific price segments to compete with established players.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 Insight: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product availability does not always translate to higher customer engagement;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and features play a critical role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02213" y="2724185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71101" y="121662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Correlation Patterns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18515" y="1225485"/>
            <a:ext cx="4102384" cy="44871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8863" y="1593129"/>
            <a:ext cx="4002035" cy="403938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92231" y="1225485"/>
            <a:ext cx="7626283" cy="5260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 Size and Price: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strong positive correlation is observed, indicating that Smart TV prices increase significantly with larger screen sizes.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Ratings Count: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weak negative correlation exists, showing that higher-priced TVs do not necessarily receive more customer ratings.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and Reviews Count: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to ratings, price has a weak relationship with reviews, suggesting customer engagement is not price-driven.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Count and Reviews Count: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very strong positive correlation is present, confirming that ratings and reviews move together as indicators of customer engagement.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0288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Hypothesis Testing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60459"/>
            <a:ext cx="10972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is used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validate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obtained from exploratory data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determine whether observed relationships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or occurred by chance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assumes no significant relationship between variables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assumes a significant relationship exists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 (α = 0.05)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make decisions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test was applied for numerical variables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08562"/>
            <a:ext cx="11264630" cy="57295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Hypothesis 1: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TV Size vs Price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H₀: TV size has no significant impact on price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H₁: TV size has a significant impact on price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Result: Strong positive correlation with very low p-value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TV size significantly influences price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Hypothesis 2: 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Price vs Customer Engagement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H₀: Price has no significant effect on ratings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H₁: Price significantly affects ratings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Result: Weak correlation with p-value &gt; 0.05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 Price does not significantly influence customer engagement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94994"/>
            <a:ext cx="11689024" cy="955591"/>
          </a:xfrm>
          <a:prstGeom prst="rect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ANALYSIS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84" y="972767"/>
            <a:ext cx="10437779" cy="52626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7" descr="Generated image"/>
          <p:cNvSpPr>
            <a:spLocks noChangeAspect="1" noChangeArrowheads="1"/>
          </p:cNvSpPr>
          <p:nvPr/>
        </p:nvSpPr>
        <p:spPr bwMode="auto">
          <a:xfrm>
            <a:off x="350467" y="1272619"/>
            <a:ext cx="11514628" cy="485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5988"/>
            <a:ext cx="12192000" cy="69239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1488" y="1054563"/>
            <a:ext cx="11689024" cy="487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268" y="263951"/>
            <a:ext cx="11998644" cy="5816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2000">
              <a:schemeClr val="accent6">
                <a:lumMod val="40000"/>
                <a:lumOff val="60000"/>
              </a:schemeClr>
            </a:gs>
            <a:gs pos="0">
              <a:schemeClr val="accent1">
                <a:lumMod val="0"/>
                <a:lumOff val="100000"/>
              </a:schemeClr>
            </a:gs>
          </a:gsLst>
          <a:lin ang="2700000" scaled="1"/>
        </a:gra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136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 A banner icon in flat style. Question and answer vector illustration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8200</Words>
  <Application>WPS Presentation</Application>
  <PresentationFormat>Widescreen</PresentationFormat>
  <Paragraphs>153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Office Theme</vt:lpstr>
      <vt:lpstr>PowerPoint 演示文稿</vt:lpstr>
      <vt:lpstr>PowerPoint 演示文稿</vt:lpstr>
      <vt:lpstr>INTRODUCTION</vt:lpstr>
      <vt:lpstr>BUSINESS PROBLEM</vt:lpstr>
      <vt:lpstr>OBJECTIVES</vt:lpstr>
      <vt:lpstr>The Dataset &amp; Target Variable</vt:lpstr>
      <vt:lpstr>Web Scraping</vt:lpstr>
      <vt:lpstr>Data Cleaning Steps</vt:lpstr>
      <vt:lpstr>Brand Market Share Analysis</vt:lpstr>
      <vt:lpstr>Key Performance Metrics Distribution </vt:lpstr>
      <vt:lpstr>Critical Performance Relationships</vt:lpstr>
      <vt:lpstr>Brand Performance Positioning</vt:lpstr>
      <vt:lpstr>MULTIVARIATE ANALYSIS</vt:lpstr>
      <vt:lpstr>Multivariate Correlation Patterns</vt:lpstr>
      <vt:lpstr>Hypothesis Testing</vt:lpstr>
      <vt:lpstr>PowerPoint 演示文稿</vt:lpstr>
      <vt:lpstr>VISUALIZATION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21B61A6610 ANNAM VINAY REDDY</cp:lastModifiedBy>
  <cp:revision>8</cp:revision>
  <dcterms:created xsi:type="dcterms:W3CDTF">2021-02-16T05:19:00Z</dcterms:created>
  <dcterms:modified xsi:type="dcterms:W3CDTF">2026-01-31T11:55:28Z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3CD264F5B897425D96A7223B22A1B36A_12</vt:lpwstr>
  </property>
  <property fmtid="{D5CDD505-2E9C-101B-9397-08002B2CF9AE}" pid="3" name="KSOProductBuildVer">
    <vt:lpwstr>1033-12.2.0.23196</vt:lpwstr>
  </property>
</Properties>
</file>